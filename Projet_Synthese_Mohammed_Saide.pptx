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108960" cy="50703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286000"/>
            <a:ext cx="3200400" cy="32004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20040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74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OFPPT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Spécialisé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Technologie Appliquée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237744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Synthèse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Digital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860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Saide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 OFPPT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2024–2025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E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de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des Stagiaires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OFPPT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· Suivre · Gérer · Analyser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98448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2984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Présentation du projet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194560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19456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Fonctionnalités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090672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90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09067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techniques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986784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86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398678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1298448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59552" y="12984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Use Case &amp; Séquence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08483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6048" y="2194560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219456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Contraintes &amp; Perspectives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98094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090672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090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309067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Présentation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problème et la solution proposée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4747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manuel des stagiaires (papier / Excel)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dispersées et difficiles à centraliser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d'erreurs et de perte d'informations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455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72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d'historique structuré des présences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02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notes peu accessible et non automatisée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822960"/>
            <a:ext cx="4297680" cy="4069080"/>
          </a:xfrm>
          <a:prstGeom prst="roundRect">
            <a:avLst>
              <a:gd name="adj" fmla="val 2697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374904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55448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centralisée et accessible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08483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du parcours académique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1518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des présences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14553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072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et consultation des notes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6758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602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intuitive pour formateurs &amp; admin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&amp; Fonctionnalités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l'application doit faire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97280"/>
            <a:ext cx="2743200" cy="2286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stagiaires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 et supprimer les informations personnelles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97280"/>
            <a:ext cx="27432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académique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et consulter les notes par module et par filière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22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97280"/>
            <a:ext cx="27432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et enregistrer les présences de chaque séance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00400"/>
            <a:ext cx="2743200" cy="228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modules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les modules, filières, groupes et affectations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200400"/>
            <a:ext cx="274320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statistiques et l'avancement des stagiaires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9260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200400"/>
            <a:ext cx="27432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sécurisé avec rôles (Admin / Formateur / Stagiaire)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Choix Techniques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technologique choisie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Technologique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Front-End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77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Back-End &amp; BDD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41732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508760"/>
            <a:ext cx="530352" cy="53035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JavaScript moderne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530352" cy="5303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 utilitaire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530352" cy="530352"/>
          </a:xfrm>
          <a:prstGeom prst="ellipse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 vers l'API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4FD"/>
          </a:solidFill>
          <a:ln w="6350">
            <a:solidFill>
              <a:srgbClr val="D4E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530352" cy="530352"/>
          </a:xfrm>
          <a:prstGeom prst="ellipse">
            <a:avLst/>
          </a:prstGeom>
          <a:solidFill>
            <a:srgbClr val="CA4245"/>
          </a:solidFill>
          <a:ln w="12700">
            <a:solidFill>
              <a:srgbClr val="CA42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141732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 w="6350">
            <a:solidFill>
              <a:srgbClr val="1B4F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508760"/>
            <a:ext cx="530352" cy="530352"/>
          </a:xfrm>
          <a:prstGeom prst="ellipse">
            <a:avLst/>
          </a:prstGeom>
          <a:solidFill>
            <a:srgbClr val="FF2D20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(PHP)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MVC robuste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28600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 w="6350">
            <a:solidFill>
              <a:srgbClr val="1B4F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37744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15468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 w="6350">
            <a:solidFill>
              <a:srgbClr val="1B4F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246120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dev local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402336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 w="6350">
            <a:solidFill>
              <a:srgbClr val="1B4F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114800"/>
            <a:ext cx="530352" cy="530352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de code principal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 de la base de 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 – Entités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22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1B4F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2296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005840"/>
            <a:ext cx="2743200" cy="1645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AnneeScolaire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idAnneeScolaire (PK)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libelle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dateDebut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82296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005840"/>
            <a:ext cx="27432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idFormateur (PK)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46120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4612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prenom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1892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82296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005840"/>
            <a:ext cx="2743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idModule (PK)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0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libelle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description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2860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2468880"/>
            <a:ext cx="274320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Filiere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idFiliere (PK)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libelle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description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54680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54680" y="22860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54680" y="2468880"/>
            <a:ext cx="274320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idGroupe (PK)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4612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libelle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4612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effectif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2860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246888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idAffectation (PK)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idAnnee (FK)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792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idFormateur (FK)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288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82880" y="374904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3931920"/>
            <a:ext cx="2743200" cy="1645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idStagiaire (PK)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7432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74320" y="4590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prenom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74320" y="4818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15468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154680" y="374904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54680" y="3931920"/>
            <a:ext cx="27432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461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idPresence (PK)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24612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dateSeance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246120" y="4590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2648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26480" y="374904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26480" y="3931920"/>
            <a:ext cx="27432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2179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idNote (PK)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1792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217920" y="4590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dateEvaluation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Diagrammes Use Case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utilisateur avec le système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Cas d'Utilisation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229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Administrateur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5087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2704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Gérer les stagiaires (CRUD)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116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996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Gérer les formateurs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146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3288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Configurer modules &amp; filières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3580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Créer et gérer les groupes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7772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77724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8229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Formateur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5087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52704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Consulter liste de groupes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20116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02996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Saisir les notes des stagiaires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25146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53288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Marquer les présences / absences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0175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03580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Suivre la progression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7772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77724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8229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Stagiaire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15087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52704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Consulter ses notes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0116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202996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Vérifier ses présences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25146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53288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son emploi du temps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30175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035808"/>
            <a:ext cx="23408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Consulter son profil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&amp; Perspectives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défis et opportunités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Risques, Contraintes &amp; Perspectives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73152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73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Risques &amp; Contraintes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9844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261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limitées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réalisé seul, budget nul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21284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contrainte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2 mois de développement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 w="12700">
            <a:solidFill>
              <a:srgbClr val="D4E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12724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090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sensibles à protéger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Perspectives d'évolution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325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1307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(React Native)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8424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075688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205740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(SMS/Email)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73405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825496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280720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analytique avancé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48386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3575304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355701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des bulletins de notes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apprentissages du projet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017520"/>
            <a:ext cx="54864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4F8A">
              <a:alpha val="12000"/>
            </a:srgbClr>
          </a:solidFill>
          <a:ln w="12700">
            <a:solidFill>
              <a:srgbClr val="1B4F8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7680960" cy="128016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de synthèse a permis de concevoir et développer une application web complète de suivi des stagiaires OFPPT. En utilisant les technologies modernes (React.js, Laravel, MySQL), le projet répond à une problématique réelle de centralisation et de gestion des données académiques.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963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Application web fonctionnelle et responsive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46888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963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Modèle de données UML complet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278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CRUD complet : stagiaires, notes, présences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2278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API REST sécurisée avec authentification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4069080"/>
            <a:ext cx="4572000" cy="6858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069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! 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Synthèse – Suivi des Stagiaires OFPPT</dc:title>
  <dc:subject>PptxGenJS Presentation</dc:subject>
  <dc:creator>Mohammed Saide</dc:creator>
  <cp:lastModifiedBy>Mohammed Saide</cp:lastModifiedBy>
  <cp:revision>1</cp:revision>
  <dcterms:created xsi:type="dcterms:W3CDTF">2026-06-09T15:11:48Z</dcterms:created>
  <dcterms:modified xsi:type="dcterms:W3CDTF">2026-06-09T15:11:48Z</dcterms:modified>
</cp:coreProperties>
</file>